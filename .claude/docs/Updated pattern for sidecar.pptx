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8933E5-C068-5C9C-9BB8-32E1C107C649}" v="122" dt="2026-05-10T23:28:59.7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Summers" userId="S::matthew.summers@datasite.com::8ca09b88-0355-46ed-b9a3-a6dd5a90f76b" providerId="AD" clId="Web-{5A8933E5-C068-5C9C-9BB8-32E1C107C649}"/>
    <pc:docChg chg="modSld">
      <pc:chgData name="Matthew Summers" userId="S::matthew.summers@datasite.com::8ca09b88-0355-46ed-b9a3-a6dd5a90f76b" providerId="AD" clId="Web-{5A8933E5-C068-5C9C-9BB8-32E1C107C649}" dt="2026-05-10T23:28:59.706" v="79" actId="1076"/>
      <pc:docMkLst>
        <pc:docMk/>
      </pc:docMkLst>
      <pc:sldChg chg="addSp delSp modSp mod setBg">
        <pc:chgData name="Matthew Summers" userId="S::matthew.summers@datasite.com::8ca09b88-0355-46ed-b9a3-a6dd5a90f76b" providerId="AD" clId="Web-{5A8933E5-C068-5C9C-9BB8-32E1C107C649}" dt="2026-05-10T23:28:59.706" v="79" actId="1076"/>
        <pc:sldMkLst>
          <pc:docMk/>
          <pc:sldMk cId="109857222" sldId="256"/>
        </pc:sldMkLst>
        <pc:spChg chg="del">
          <ac:chgData name="Matthew Summers" userId="S::matthew.summers@datasite.com::8ca09b88-0355-46ed-b9a3-a6dd5a90f76b" providerId="AD" clId="Web-{5A8933E5-C068-5C9C-9BB8-32E1C107C649}" dt="2026-05-10T23:23:44.302" v="0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Matthew Summers" userId="S::matthew.summers@datasite.com::8ca09b88-0355-46ed-b9a3-a6dd5a90f76b" providerId="AD" clId="Web-{5A8933E5-C068-5C9C-9BB8-32E1C107C649}" dt="2026-05-10T23:23:48.489" v="1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Matthew Summers" userId="S::matthew.summers@datasite.com::8ca09b88-0355-46ed-b9a3-a6dd5a90f76b" providerId="AD" clId="Web-{5A8933E5-C068-5C9C-9BB8-32E1C107C649}" dt="2026-05-10T23:26:38.685" v="27" actId="1076"/>
          <ac:spMkLst>
            <pc:docMk/>
            <pc:sldMk cId="109857222" sldId="256"/>
            <ac:spMk id="6" creationId="{ADA355D9-C91C-B0A8-BE6F-667BFA1FF812}"/>
          </ac:spMkLst>
        </pc:spChg>
        <pc:spChg chg="add mod">
          <ac:chgData name="Matthew Summers" userId="S::matthew.summers@datasite.com::8ca09b88-0355-46ed-b9a3-a6dd5a90f76b" providerId="AD" clId="Web-{5A8933E5-C068-5C9C-9BB8-32E1C107C649}" dt="2026-05-10T23:27:33.906" v="42" actId="1076"/>
          <ac:spMkLst>
            <pc:docMk/>
            <pc:sldMk cId="109857222" sldId="256"/>
            <ac:spMk id="7" creationId="{4901198C-176D-0419-18D2-30DFB9DAA264}"/>
          </ac:spMkLst>
        </pc:spChg>
        <pc:spChg chg="add mod">
          <ac:chgData name="Matthew Summers" userId="S::matthew.summers@datasite.com::8ca09b88-0355-46ed-b9a3-a6dd5a90f76b" providerId="AD" clId="Web-{5A8933E5-C068-5C9C-9BB8-32E1C107C649}" dt="2026-05-10T23:27:51.156" v="44" actId="1076"/>
          <ac:spMkLst>
            <pc:docMk/>
            <pc:sldMk cId="109857222" sldId="256"/>
            <ac:spMk id="8" creationId="{EC0C0426-CEFC-B55E-3089-70B49A456DBB}"/>
          </ac:spMkLst>
        </pc:spChg>
        <pc:spChg chg="add mod">
          <ac:chgData name="Matthew Summers" userId="S::matthew.summers@datasite.com::8ca09b88-0355-46ed-b9a3-a6dd5a90f76b" providerId="AD" clId="Web-{5A8933E5-C068-5C9C-9BB8-32E1C107C649}" dt="2026-05-10T23:28:59.706" v="79" actId="1076"/>
          <ac:spMkLst>
            <pc:docMk/>
            <pc:sldMk cId="109857222" sldId="256"/>
            <ac:spMk id="9" creationId="{B2CBF75C-455F-8415-39DC-451AE48B2C79}"/>
          </ac:spMkLst>
        </pc:spChg>
        <pc:picChg chg="add mod">
          <ac:chgData name="Matthew Summers" userId="S::matthew.summers@datasite.com::8ca09b88-0355-46ed-b9a3-a6dd5a90f76b" providerId="AD" clId="Web-{5A8933E5-C068-5C9C-9BB8-32E1C107C649}" dt="2026-05-10T23:27:15.858" v="39" actId="1076"/>
          <ac:picMkLst>
            <pc:docMk/>
            <pc:sldMk cId="109857222" sldId="256"/>
            <ac:picMk id="4" creationId="{2CA2C481-7833-01EE-B64A-3A782DAAC8F2}"/>
          </ac:picMkLst>
        </pc:picChg>
        <pc:picChg chg="add mod">
          <ac:chgData name="Matthew Summers" userId="S::matthew.summers@datasite.com::8ca09b88-0355-46ed-b9a3-a6dd5a90f76b" providerId="AD" clId="Web-{5A8933E5-C068-5C9C-9BB8-32E1C107C649}" dt="2026-05-10T23:26:51.623" v="29" actId="1076"/>
          <ac:picMkLst>
            <pc:docMk/>
            <pc:sldMk cId="109857222" sldId="256"/>
            <ac:picMk id="5" creationId="{33C39DAC-14BC-E309-B7CA-AF3FD07A7C0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2CA2C481-7833-01EE-B64A-3A782DAAC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359" y="1066010"/>
            <a:ext cx="3014370" cy="4876011"/>
          </a:xfrm>
          <a:prstGeom prst="rect">
            <a:avLst/>
          </a:prstGeom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33C39DAC-14BC-E309-B7CA-AF3FD07A7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362" y="1066998"/>
            <a:ext cx="3006068" cy="48760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A355D9-C91C-B0A8-BE6F-667BFA1FF812}"/>
              </a:ext>
            </a:extLst>
          </p:cNvPr>
          <p:cNvSpPr txBox="1"/>
          <p:nvPr/>
        </p:nvSpPr>
        <p:spPr>
          <a:xfrm>
            <a:off x="789637" y="6080207"/>
            <a:ext cx="1118836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Figma prototype: </a:t>
            </a:r>
            <a:r>
              <a:rPr lang="en-GB" dirty="0">
                <a:ea typeface="+mn-lt"/>
                <a:cs typeface="+mn-lt"/>
              </a:rPr>
              <a:t>https://www.figma.com/design/WRC7mexcex6CEzloiJFAHU/Halo-Explore?node-id=135-11219&amp;t=8DUmEvZdD5uCpa5a-0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01198C-176D-0419-18D2-30DFB9DAA264}"/>
              </a:ext>
            </a:extLst>
          </p:cNvPr>
          <p:cNvSpPr txBox="1"/>
          <p:nvPr/>
        </p:nvSpPr>
        <p:spPr>
          <a:xfrm>
            <a:off x="5495875" y="3059844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Opens to show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C0C0426-CEFC-B55E-3089-70B49A456DBB}"/>
              </a:ext>
            </a:extLst>
          </p:cNvPr>
          <p:cNvSpPr/>
          <p:nvPr/>
        </p:nvSpPr>
        <p:spPr>
          <a:xfrm>
            <a:off x="5969658" y="3430974"/>
            <a:ext cx="978407" cy="4846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CBF75C-455F-8415-39DC-451AE48B2C79}"/>
              </a:ext>
            </a:extLst>
          </p:cNvPr>
          <p:cNvSpPr txBox="1"/>
          <p:nvPr/>
        </p:nvSpPr>
        <p:spPr>
          <a:xfrm>
            <a:off x="497247" y="383979"/>
            <a:ext cx="114749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/>
              <a:t>Sidecar simplification and support for future incorporation of other </a:t>
            </a:r>
            <a:r>
              <a:rPr lang="en-GB" sz="2400"/>
              <a:t>agents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</cp:revision>
  <dcterms:created xsi:type="dcterms:W3CDTF">2026-05-10T23:23:40Z</dcterms:created>
  <dcterms:modified xsi:type="dcterms:W3CDTF">2026-05-10T23:29:02Z</dcterms:modified>
</cp:coreProperties>
</file>